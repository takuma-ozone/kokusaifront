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320" r:id="rId3"/>
  </p:sldIdLst>
  <p:sldSz cx="9144000" cy="5715000" type="screen16x1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37" d="100"/>
          <a:sy n="137" d="100"/>
        </p:scale>
        <p:origin x="-868" y="-60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D754B0-865C-4924-AA4D-2F770A2448C4}" type="datetimeFigureOut">
              <a:rPr kumimoji="1" lang="ja-JP" altLang="en-US" smtClean="0"/>
              <a:t>2019/11/13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0A20BA-6FBD-4DBF-9BF0-D6F0ED0687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3458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DAE03-3870-4179-852C-81DF2C96475B}" type="datetimeFigureOut">
              <a:rPr kumimoji="1" lang="ja-JP" altLang="en-US" smtClean="0"/>
              <a:t>2019/11/13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2C27B-F252-4F3A-86C1-69F9CF783A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5019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609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FDAE03-3870-4179-852C-81DF2C96475B}" type="datetimeFigureOut">
              <a:rPr kumimoji="1" lang="ja-JP" altLang="en-US" smtClean="0"/>
              <a:t>2019/11/13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2C27B-F252-4F3A-86C1-69F9CF783A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2021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323528" y="1057300"/>
            <a:ext cx="4305522" cy="1080120"/>
          </a:xfrm>
        </p:spPr>
        <p:txBody>
          <a:bodyPr>
            <a:normAutofit/>
          </a:bodyPr>
          <a:lstStyle/>
          <a:p>
            <a:pPr algn="l"/>
            <a:r>
              <a:rPr kumimoji="1" lang="ja-JP" altLang="en-US" sz="1600" dirty="0" smtClean="0"/>
              <a:t>開発ガイドライン差し込み図表一覧</a:t>
            </a:r>
            <a:endParaRPr kumimoji="1" lang="ja-JP" altLang="en-US" sz="1600" dirty="0"/>
          </a:p>
        </p:txBody>
      </p:sp>
      <p:cxnSp>
        <p:nvCxnSpPr>
          <p:cNvPr id="5" name="直線コネクタ 4"/>
          <p:cNvCxnSpPr/>
          <p:nvPr/>
        </p:nvCxnSpPr>
        <p:spPr>
          <a:xfrm>
            <a:off x="395536" y="1821531"/>
            <a:ext cx="3384376" cy="0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823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正方形/長方形 80"/>
          <p:cNvSpPr/>
          <p:nvPr/>
        </p:nvSpPr>
        <p:spPr bwMode="gray">
          <a:xfrm>
            <a:off x="258720" y="132194"/>
            <a:ext cx="8623934" cy="5481366"/>
          </a:xfrm>
          <a:prstGeom prst="rect">
            <a:avLst/>
          </a:prstGeom>
          <a:solidFill>
            <a:srgbClr val="FFF9E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36000" bIns="36000" rtlCol="0" anchor="t"/>
          <a:lstStyle/>
          <a:p>
            <a:pPr marL="82550" indent="-82550"/>
            <a:r>
              <a:rPr lang="ja-JP" altLang="en-US" sz="1400" b="1" u="sng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「共通ポップアップ」の仕組み</a:t>
            </a:r>
            <a:endParaRPr lang="en-US" altLang="ja-JP" sz="1400" b="1" u="sng" dirty="0">
              <a:solidFill>
                <a:prstClr val="black">
                  <a:lumMod val="65000"/>
                  <a:lumOff val="35000"/>
                </a:prst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grpSp>
        <p:nvGrpSpPr>
          <p:cNvPr id="10" name="グループ化 9"/>
          <p:cNvGrpSpPr/>
          <p:nvPr/>
        </p:nvGrpSpPr>
        <p:grpSpPr>
          <a:xfrm>
            <a:off x="743211" y="2496722"/>
            <a:ext cx="3066965" cy="2665034"/>
            <a:chOff x="882618" y="1593850"/>
            <a:chExt cx="2788150" cy="2422758"/>
          </a:xfrm>
        </p:grpSpPr>
        <p:grpSp>
          <p:nvGrpSpPr>
            <p:cNvPr id="8" name="グループ化 7"/>
            <p:cNvGrpSpPr/>
            <p:nvPr/>
          </p:nvGrpSpPr>
          <p:grpSpPr>
            <a:xfrm>
              <a:off x="1115616" y="1712352"/>
              <a:ext cx="2304256" cy="2304256"/>
              <a:chOff x="1115616" y="1712352"/>
              <a:chExt cx="2304256" cy="2304256"/>
            </a:xfrm>
          </p:grpSpPr>
          <p:pic>
            <p:nvPicPr>
              <p:cNvPr id="2" name="図 1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15616" y="1712352"/>
                <a:ext cx="2304256" cy="2304256"/>
              </a:xfrm>
              <a:prstGeom prst="rect">
                <a:avLst/>
              </a:prstGeom>
            </p:spPr>
          </p:pic>
          <p:pic>
            <p:nvPicPr>
              <p:cNvPr id="1026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31640" y="2065412"/>
                <a:ext cx="1903966" cy="12656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9" name="正方形/長方形 8"/>
            <p:cNvSpPr/>
            <p:nvPr/>
          </p:nvSpPr>
          <p:spPr>
            <a:xfrm>
              <a:off x="882618" y="1593850"/>
              <a:ext cx="2788150" cy="2880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アプリ</a:t>
              </a:r>
              <a:r>
                <a:rPr lang="ja-JP" altLang="en-US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画面</a:t>
              </a:r>
              <a:r>
                <a:rPr lang="en-US" altLang="ja-JP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(=</a:t>
              </a:r>
              <a:r>
                <a:rPr lang="ja-JP" altLang="en-US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親コンポーネント</a:t>
              </a:r>
              <a:r>
                <a:rPr lang="en-US" altLang="ja-JP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)</a:t>
              </a:r>
              <a:endParaRPr kumimoji="1" lang="ja-JP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1" name="グループ化 10"/>
          <p:cNvGrpSpPr/>
          <p:nvPr/>
        </p:nvGrpSpPr>
        <p:grpSpPr>
          <a:xfrm>
            <a:off x="5152673" y="2990805"/>
            <a:ext cx="3066965" cy="1310304"/>
            <a:chOff x="5050329" y="2007330"/>
            <a:chExt cx="2788150" cy="1191185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76056" y="2305998"/>
              <a:ext cx="2736696" cy="892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" name="正方形/長方形 49"/>
            <p:cNvSpPr/>
            <p:nvPr/>
          </p:nvSpPr>
          <p:spPr>
            <a:xfrm>
              <a:off x="5050329" y="2007330"/>
              <a:ext cx="2788150" cy="2880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ポップアップ</a:t>
              </a:r>
              <a:r>
                <a:rPr lang="en-US" altLang="ja-JP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(=</a:t>
              </a:r>
              <a:r>
                <a:rPr lang="ja-JP" altLang="en-US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子コンポーネント</a:t>
              </a:r>
              <a:r>
                <a:rPr lang="en-US" altLang="ja-JP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)</a:t>
              </a:r>
              <a:endParaRPr kumimoji="1" lang="ja-JP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52" name="正方形/長方形 51"/>
          <p:cNvSpPr/>
          <p:nvPr/>
        </p:nvSpPr>
        <p:spPr>
          <a:xfrm>
            <a:off x="746107" y="663503"/>
            <a:ext cx="7651787" cy="14739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kumimoji="1" lang="ja-JP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ポップアップはコンポーネントとして定義されるため、</a:t>
            </a:r>
            <a:r>
              <a:rPr kumimoji="1" lang="en-US" altLang="ja-JP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  <a:br>
              <a:rPr kumimoji="1" lang="en-US" altLang="ja-JP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kumimoji="1" lang="ja-JP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アプリ画面からの呼び出し方法は他のコンポーネント</a:t>
            </a:r>
            <a:r>
              <a:rPr kumimoji="1" lang="en-US" altLang="ja-JP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kumimoji="1" lang="ja-JP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インプット</a:t>
            </a:r>
            <a:r>
              <a:rPr kumimoji="1" lang="en-US" altLang="ja-JP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kumimoji="1" lang="ja-JP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ボタン等</a:t>
            </a:r>
            <a:r>
              <a:rPr kumimoji="1" lang="en-US" altLang="ja-JP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r>
              <a:rPr kumimoji="1" lang="ja-JP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と同様です。</a:t>
            </a:r>
            <a:endParaRPr kumimoji="1" lang="en-US" altLang="ja-JP" sz="1200" b="1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ü"/>
            </a:pPr>
            <a:endParaRPr kumimoji="1" lang="en-US" altLang="ja-JP" sz="800" b="1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kumimoji="1" lang="ja-JP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親から子へのデータの受け渡しは</a:t>
            </a:r>
            <a:r>
              <a:rPr kumimoji="1" lang="en-US" altLang="ja-JP" sz="1200" b="1" dirty="0" smtClean="0">
                <a:solidFill>
                  <a:srgbClr val="0070C0"/>
                </a:solidFill>
              </a:rPr>
              <a:t>Props</a:t>
            </a:r>
            <a:r>
              <a:rPr lang="en-US" altLang="ja-JP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kumimoji="1" lang="ja-JP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子から親へのデータの受け渡しには</a:t>
            </a:r>
            <a:r>
              <a:rPr kumimoji="1" lang="en-US" altLang="ja-JP" sz="1200" b="1" dirty="0" smtClean="0">
                <a:solidFill>
                  <a:srgbClr val="0070C0"/>
                </a:solidFill>
              </a:rPr>
              <a:t>$emit</a:t>
            </a:r>
            <a:r>
              <a:rPr kumimoji="1" lang="ja-JP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を利用します。</a:t>
            </a:r>
            <a:endParaRPr kumimoji="1" lang="en-US" altLang="ja-JP" sz="1200" b="1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ü"/>
            </a:pPr>
            <a:endParaRPr kumimoji="1" lang="en-US" altLang="ja-JP" sz="800" b="1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kumimoji="1" lang="ja-JP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ポップアップの表示・非表示は、</a:t>
            </a:r>
            <a:r>
              <a:rPr lang="ja-JP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コンポーネントの</a:t>
            </a:r>
            <a:r>
              <a:rPr lang="en-US" altLang="ja-JP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`</a:t>
            </a:r>
            <a:r>
              <a:rPr lang="en-US" altLang="ja-JP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visible`</a:t>
            </a:r>
            <a:r>
              <a:rPr lang="ja-JP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に</a:t>
            </a:r>
            <a:r>
              <a:rPr lang="en-US" altLang="ja-JP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sync</a:t>
            </a:r>
            <a:r>
              <a:rPr lang="ja-JP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させたモデルの</a:t>
            </a:r>
            <a:r>
              <a:rPr lang="en-US" altLang="ja-JP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  <a:br>
              <a:rPr lang="en-US" altLang="ja-JP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altLang="ja-JP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true/false</a:t>
            </a:r>
            <a:r>
              <a:rPr lang="ja-JP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を</a:t>
            </a:r>
            <a:r>
              <a:rPr lang="ja-JP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切り替えることにより、制御します。</a:t>
            </a:r>
            <a:endParaRPr kumimoji="1" lang="ja-JP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39" name="グループ化 38"/>
          <p:cNvGrpSpPr/>
          <p:nvPr/>
        </p:nvGrpSpPr>
        <p:grpSpPr>
          <a:xfrm>
            <a:off x="3534191" y="3433564"/>
            <a:ext cx="1646782" cy="216403"/>
            <a:chOff x="3534191" y="3361556"/>
            <a:chExt cx="1646782" cy="216403"/>
          </a:xfrm>
        </p:grpSpPr>
        <p:cxnSp>
          <p:nvCxnSpPr>
            <p:cNvPr id="13" name="直線矢印コネクタ 12"/>
            <p:cNvCxnSpPr/>
            <p:nvPr/>
          </p:nvCxnSpPr>
          <p:spPr>
            <a:xfrm flipV="1">
              <a:off x="3534191" y="3577580"/>
              <a:ext cx="1646782" cy="1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正方形/長方形 59"/>
            <p:cNvSpPr/>
            <p:nvPr/>
          </p:nvSpPr>
          <p:spPr>
            <a:xfrm>
              <a:off x="3908388" y="3361556"/>
              <a:ext cx="807628" cy="21640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000" b="1" dirty="0" smtClean="0">
                  <a:solidFill>
                    <a:srgbClr val="0070C0"/>
                  </a:solidFill>
                </a:rPr>
                <a:t>Props</a:t>
              </a:r>
              <a:endParaRPr kumimoji="1" lang="ja-JP" altLang="en-US" sz="1000" b="1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40" name="グループ化 39"/>
          <p:cNvGrpSpPr/>
          <p:nvPr/>
        </p:nvGrpSpPr>
        <p:grpSpPr>
          <a:xfrm>
            <a:off x="3534191" y="4018912"/>
            <a:ext cx="1646782" cy="230329"/>
            <a:chOff x="3534191" y="4081636"/>
            <a:chExt cx="1646782" cy="230329"/>
          </a:xfrm>
        </p:grpSpPr>
        <p:cxnSp>
          <p:nvCxnSpPr>
            <p:cNvPr id="57" name="直線矢印コネクタ 56"/>
            <p:cNvCxnSpPr/>
            <p:nvPr/>
          </p:nvCxnSpPr>
          <p:spPr>
            <a:xfrm flipH="1">
              <a:off x="3534191" y="4081636"/>
              <a:ext cx="1646782" cy="0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正方形/長方形 60"/>
            <p:cNvSpPr/>
            <p:nvPr/>
          </p:nvSpPr>
          <p:spPr>
            <a:xfrm>
              <a:off x="3908388" y="4095562"/>
              <a:ext cx="807628" cy="21640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000" b="1" dirty="0" smtClean="0">
                  <a:solidFill>
                    <a:srgbClr val="0070C0"/>
                  </a:solidFill>
                </a:rPr>
                <a:t>$emit</a:t>
              </a:r>
              <a:endParaRPr kumimoji="1" lang="ja-JP" altLang="en-US" sz="1000" b="1" dirty="0">
                <a:solidFill>
                  <a:srgbClr val="0070C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1252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​​テーマ">
  <a:themeElements>
    <a:clrScheme name="General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34D26"/>
      </a:accent1>
      <a:accent2>
        <a:srgbClr val="ECB742"/>
      </a:accent2>
      <a:accent3>
        <a:srgbClr val="ACD120"/>
      </a:accent3>
      <a:accent4>
        <a:srgbClr val="58AD1D"/>
      </a:accent4>
      <a:accent5>
        <a:srgbClr val="175D6A"/>
      </a:accent5>
      <a:accent6>
        <a:srgbClr val="0D3C3C"/>
      </a:accent6>
      <a:hlink>
        <a:srgbClr val="0000FF"/>
      </a:hlink>
      <a:folHlink>
        <a:srgbClr val="800080"/>
      </a:folHlink>
    </a:clrScheme>
    <a:fontScheme name="游ゴシック">
      <a:majorFont>
        <a:latin typeface="游ゴシック"/>
        <a:ea typeface="游ゴシック"/>
        <a:cs typeface=""/>
      </a:majorFont>
      <a:minorFont>
        <a:latin typeface="游ゴシック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6693</TotalTime>
  <Words>34</Words>
  <Application>Microsoft Office PowerPoint</Application>
  <PresentationFormat>画面に合わせる (16:10)</PresentationFormat>
  <Paragraphs>11</Paragraphs>
  <Slides>2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3" baseType="lpstr">
      <vt:lpstr>Office ​​テーマ</vt:lpstr>
      <vt:lpstr>開発ガイドライン差し込み図表一覧</vt:lpstr>
      <vt:lpstr>PowerPoint プレゼンテーション</vt:lpstr>
    </vt:vector>
  </TitlesOfParts>
  <Company>Future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開発ガイドライン差し込み画像</dc:title>
  <dc:creator>Ryosuke Uno</dc:creator>
  <cp:lastModifiedBy>Nagamachi Shungo(長町 俊吾)</cp:lastModifiedBy>
  <cp:revision>35</cp:revision>
  <dcterms:created xsi:type="dcterms:W3CDTF">2019-07-31T03:22:58Z</dcterms:created>
  <dcterms:modified xsi:type="dcterms:W3CDTF">2019-11-13T07:41:06Z</dcterms:modified>
</cp:coreProperties>
</file>